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senal" charset="1" panose="00000500000000000000"/>
      <p:regular r:id="rId17"/>
    </p:embeddedFont>
    <p:embeddedFont>
      <p:font typeface="Radley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7525" y="519492"/>
            <a:ext cx="12344400" cy="2372958"/>
            <a:chOff x="0" y="0"/>
            <a:chExt cx="11704320" cy="2249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2249916"/>
            </a:xfrm>
            <a:custGeom>
              <a:avLst/>
              <a:gdLst/>
              <a:ahLst/>
              <a:cxnLst/>
              <a:rect r="r" b="b" t="t" l="l"/>
              <a:pathLst>
                <a:path h="22499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2249916"/>
                  </a:lnTo>
                  <a:lnTo>
                    <a:pt x="0" y="2249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237" r="0" b="-3748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2259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AI-Based Complaint Classification System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14700" y="3696891"/>
            <a:ext cx="12087225" cy="433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Additional Features: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Priority Detection </a:t>
            </a: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Sentiment Analysis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By Nakkawar Karthik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Introduction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578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Enhancing complaint system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Added: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Priority Detection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Sentiment Analysis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 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Improves automation and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Why These Features?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506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Not all complaints are equal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Identify urgent issues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Understand customer emotions</a:t>
            </a:r>
          </a:p>
          <a:p>
            <a:pPr algn="l">
              <a:lnSpc>
                <a:spcPts val="5759"/>
              </a:lnSpc>
            </a:pPr>
          </a:p>
          <a:p>
            <a:pPr algn="l" marL="617728" indent="-308864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Improve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Priority Detection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650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Classifies complaints into: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High Priority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Medium Priority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Low Priority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Based on urgency &amp; keywords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How Priority Works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506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Input complaint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Text preprocessing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Keyword matching (urgent, not working)</a:t>
            </a:r>
          </a:p>
          <a:p>
            <a:pPr algn="l">
              <a:lnSpc>
                <a:spcPts val="5759"/>
              </a:lnSpc>
            </a:pPr>
          </a:p>
          <a:p>
            <a:pPr algn="l" marL="617728" indent="-308864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Assign priority level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Tools Used for Priority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650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Python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Keyword-based logic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Pandas for processing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Flask integration</a:t>
            </a:r>
          </a:p>
          <a:p>
            <a:pPr algn="l">
              <a:lnSpc>
                <a:spcPts val="5759"/>
              </a:lnSpc>
            </a:pPr>
          </a:p>
          <a:p>
            <a:pPr algn="l" marL="617728" indent="-308864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Rule-based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Sentiment Analysis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650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Detects emotion of complaint: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Positive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Negative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Neutral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Helps understand user mood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How Sentiment Works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506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Input text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Preprocessing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Use sentiment model / logic</a:t>
            </a:r>
          </a:p>
          <a:p>
            <a:pPr algn="l">
              <a:lnSpc>
                <a:spcPts val="5759"/>
              </a:lnSpc>
            </a:pPr>
          </a:p>
          <a:p>
            <a:pPr algn="l" marL="617728" indent="-308864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Return sentiment label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Tools Used for Sentiment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506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NLTK / TextBlob 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Python NLP techniques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TF-IDF features</a:t>
            </a:r>
          </a:p>
          <a:p>
            <a:pPr algn="l">
              <a:lnSpc>
                <a:spcPts val="5759"/>
              </a:lnSpc>
            </a:pPr>
          </a:p>
          <a:p>
            <a:pPr algn="l" marL="617728" indent="-308864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Scikit-learn support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Benefits of These Features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506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Prioritize critical issues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Detect unhappy customers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Improve response time</a:t>
            </a:r>
          </a:p>
          <a:p>
            <a:pPr algn="l">
              <a:lnSpc>
                <a:spcPts val="5759"/>
              </a:lnSpc>
            </a:pPr>
          </a:p>
          <a:p>
            <a:pPr algn="l" marL="617728" indent="-308864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Enhance user experience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 spc="-131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Conclusion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464594"/>
            <a:ext cx="12087225" cy="506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Adds intelligence to system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Improves automation</a:t>
            </a:r>
          </a:p>
          <a:p>
            <a:pPr algn="l">
              <a:lnSpc>
                <a:spcPts val="5759"/>
              </a:lnSpc>
            </a:pPr>
          </a:p>
          <a:p>
            <a:pPr algn="l" marL="617525" indent="-308762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Makes system real-world ready</a:t>
            </a:r>
          </a:p>
          <a:p>
            <a:pPr algn="l">
              <a:lnSpc>
                <a:spcPts val="5759"/>
              </a:lnSpc>
            </a:pPr>
          </a:p>
          <a:p>
            <a:pPr algn="l" marL="617728" indent="-308864" lvl="1">
              <a:lnSpc>
                <a:spcPts val="5759"/>
              </a:lnSpc>
              <a:buFont typeface="Arial"/>
              <a:buChar char="•"/>
            </a:pPr>
            <a:r>
              <a:rPr lang="en-US" sz="4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Better customer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DAHGPRxSIyk</dc:identifier>
  <dcterms:modified xsi:type="dcterms:W3CDTF">2011-08-01T06:04:30Z</dcterms:modified>
  <cp:revision>1</cp:revision>
  <dc:title>Additional Features: Priority Detection Sentiment Analysis By Nakkawar Karthik</dc:title>
</cp:coreProperties>
</file>